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Yayın</c:v>
                </c:pt>
              </c:strCache>
            </c:strRef>
          </c:tx>
          <c:spPr>
            <a:solidFill>
              <a:srgbClr val="0F5F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</c:v>
                </c:pt>
                <c:pt idx="1">
                  <c:v>8</c:v>
                </c:pt>
                <c:pt idx="2">
                  <c:v>11</c:v>
                </c:pt>
                <c:pt idx="3">
                  <c:v>18</c:v>
                </c:pt>
                <c:pt idx="4">
                  <c:v>8</c:v>
                </c:pt>
                <c:pt idx="5">
                  <c:v>11</c:v>
                </c:pt>
                <c:pt idx="6">
                  <c:v>32</c:v>
                </c:pt>
                <c:pt idx="7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A5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FC9B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A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5EF"/>
        </a:solidFill>
        <a:ln>
          <a:noFill/>
        </a:ln>
        <a:effectLst/>
      </c:spPr>
    </c:plotArea>
    <c:plotVisOnly val="1"/>
    <c:dispBlanksAs val="span"/>
  </c:chart>
  <c:spPr>
    <a:solidFill>
      <a:srgbClr val="F7F5E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Şablon kullanımı: gereken slaytı çoğaltıp metni değiştirin; kullanmadığınız örnek slaytları silin. Renkler ve logo dosyaları besimagargun.com/capagastro/kimlik.html adresinde. Yazı tipleri Georgia ve Arial olarak ayarlıdır; Fraunces ve Public Sans kuruluysa Giriş &gt; Değiştir &gt; Yazı Tiplerini Değiştir ile dönüştürün. Kapak zemini img/sunum-kapak.png dosyasıdır.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187452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7F5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Sunum başlığı buraya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30632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 başlık veya toplantı adı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76072" y="35204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7F5E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Konuşmacı adı, unvanı  ·  Tarih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5F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apagastro/img/logo-mar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4630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F7F5EF">
                    <a:alpha val="6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146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7F5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Bölüm başlığı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383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Bölümün tek cümlelik özeti veya sorusu</a:t>
            </a:r>
            <a:endParaRPr lang="en-US" sz="1800" dirty="0"/>
          </a:p>
        </p:txBody>
      </p:sp>
      <p:pic>
        <p:nvPicPr>
          <p:cNvPr id="6" name="Image 1" descr="/home/claude/capagastro/img/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709160"/>
            <a:ext cx="2011680" cy="24231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0" y="46817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2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Başlık ve maddeler, sağda görsel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slaytta tek fikir; başlık o fikri cümle olarak söylesin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fazla beş madde, her madde tek satır veya iki satır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Sayıları büyük yazın, kaynağı altta küçük yazın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görüntülerinde kimlik bilgisi, tarih ve dosya numarası bulunmaz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B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Görsel için sağdaki alanı kullanın; alan gerekmiyorsa metni genişletin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0" y="1188720"/>
            <a:ext cx="3200400" cy="2834640"/>
          </a:xfrm>
          <a:prstGeom prst="roundRect">
            <a:avLst>
              <a:gd name="adj" fmla="val 3871"/>
            </a:avLst>
          </a:prstGeom>
          <a:solidFill>
            <a:srgbClr val="EEEAE0"/>
          </a:solidFill>
          <a:ln w="12700">
            <a:solidFill>
              <a:srgbClr val="CFC9B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0" y="1188720"/>
            <a:ext cx="32004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Görsel alanı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(endoskopi görüntüsü, şema, tablo)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3159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Kaynak: yazar ve ark. Dergi 2026;12:34-56.</a:t>
            </a:r>
            <a:endParaRPr lang="en-US" sz="1000" dirty="0"/>
          </a:p>
        </p:txBody>
      </p:sp>
      <p:pic>
        <p:nvPicPr>
          <p:cNvPr id="7" name="Image 0" descr="/home/claude/capagastro/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011680" cy="24231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0" y="46817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2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İki seçenek yan yana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3017520"/>
          </a:xfrm>
          <a:prstGeom prst="roundRect">
            <a:avLst>
              <a:gd name="adj" fmla="val 3636"/>
            </a:avLst>
          </a:prstGeom>
          <a:solidFill>
            <a:srgbClr val="EEEAE0"/>
          </a:solidFill>
          <a:ln w="12700">
            <a:solidFill>
              <a:srgbClr val="CFC9B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4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Seçenek 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 için uygun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kadar sürer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Kanıt düzeyi ve kılavuz önerisi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Ünitede nasıl uygulanır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09160" y="1188720"/>
            <a:ext cx="3977640" cy="3017520"/>
          </a:xfrm>
          <a:prstGeom prst="roundRect">
            <a:avLst>
              <a:gd name="adj" fmla="val 3636"/>
            </a:avLst>
          </a:prstGeom>
          <a:solidFill>
            <a:srgbClr val="EEEAE0"/>
          </a:solidFill>
          <a:ln w="12700">
            <a:solidFill>
              <a:srgbClr val="CFC9B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8348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4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Seçenek B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187452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 için uygun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kadar sürer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Kanıt düzeyi ve kılavuz önerisi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Ünitede nasıl uygulanır</a:t>
            </a:r>
            <a:endParaRPr lang="en-US" sz="1500" dirty="0"/>
          </a:p>
        </p:txBody>
      </p:sp>
      <p:pic>
        <p:nvPicPr>
          <p:cNvPr id="9" name="Image 0" descr="/home/claude/capagastro/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011680" cy="24231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9600" y="46817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2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Üç sayı ile sonuç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0F5F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241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6060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PubMed'de dizinli yayın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4630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0F5F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26060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 dal mezunu gastroenterolog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4630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0F5F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1963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26060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gastroenteroloji seksiyonunun kuruluşu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315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Sayılar örnektir; kendi verinizle değiştirin. Kaynak: bilim dalı kayıtları, Eylül 2026.</a:t>
            </a:r>
            <a:endParaRPr lang="en-US" sz="1000" dirty="0"/>
          </a:p>
        </p:txBody>
      </p:sp>
      <p:pic>
        <p:nvPicPr>
          <p:cNvPr id="10" name="Image 0" descr="/home/claude/capagastro/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011680" cy="24231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229600" y="46817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2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Olgu: 54 yaşında erkek, 3 aydır disfaji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120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9319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4A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Başvuru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FC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Katı gıdalara karşı ilerleyici disfaji, 4 kg kilo kaybı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FC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4A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Öykü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FC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Sigara 30 paket-yıl; reflü yakınması 10 yıl; ilaç: pantoprazol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FC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4A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Bulgular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FC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Muayene olağan; Hb 11,2 g/dL; endoskopide distal özofagusta darlık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FC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4A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Soru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FC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Sonraki adım ne olmalı?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FC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9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852160" y="1188720"/>
            <a:ext cx="2834640" cy="2286000"/>
          </a:xfrm>
          <a:prstGeom prst="roundRect">
            <a:avLst>
              <a:gd name="adj" fmla="val 4800"/>
            </a:avLst>
          </a:prstGeom>
          <a:solidFill>
            <a:srgbClr val="EEEAE0"/>
          </a:solidFill>
          <a:ln w="12700">
            <a:solidFill>
              <a:srgbClr val="CFC9B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852160" y="1188720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Endoskopi görüntüsü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(kimlik bilgisi, tarih ve dosya numarası kırpılmış)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852160" y="3611880"/>
            <a:ext cx="2834640" cy="685800"/>
          </a:xfrm>
          <a:prstGeom prst="roundRect">
            <a:avLst>
              <a:gd name="adj" fmla="val 13333"/>
            </a:avLst>
          </a:prstGeom>
          <a:solidFill>
            <a:srgbClr val="F3E1E3"/>
          </a:solidFill>
          <a:ln w="12700">
            <a:solidFill>
              <a:srgbClr val="F3E1E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0" y="36118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Olgu verileri kimliksizleştirilmiştir; yaş ve tarihler kabalaştırılmıştır.</a:t>
            </a:r>
            <a:endParaRPr lang="en-US" sz="1000" dirty="0"/>
          </a:p>
        </p:txBody>
      </p:sp>
      <p:pic>
        <p:nvPicPr>
          <p:cNvPr id="8" name="Image 0" descr="/home/claude/capagastro/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011680" cy="24231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0" y="46817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2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Yıllara göre yayın sayısı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8229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3708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Kaynak: PubMed, bilim dalı yayın listesi (besimagargun.com/capagastro/yayinlar.html), Eylül 2026.</a:t>
            </a:r>
            <a:endParaRPr lang="en-US" sz="1000" dirty="0"/>
          </a:p>
        </p:txBody>
      </p:sp>
      <p:pic>
        <p:nvPicPr>
          <p:cNvPr id="5" name="Image 0" descr="/home/claude/capagastro/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709160"/>
            <a:ext cx="2011680" cy="24231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229600" y="46817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5F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apagastro/img/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3291840" cy="39685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5544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7F5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Teşekkürler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60604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Soyad, unvan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ad.soyad@istanbul.edu.tr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İstanbul Tıp Fakültesi Gastroenterohepatoloji Bilim Dalı  ·  0212 414 20 00, dahili 30960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besimagargun.com/capagastro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İstanbul Üniversitesi İstanbul Tıp Fakültesi Gastroenterohepatoloji Bilim Dalı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Çapa Gastroenterohepatoloji sunum şablonu</dc:title>
  <dc:subject>PptxGenJS Presentation</dc:subject>
  <dc:creator>Çapa Gastroenterohepatoloji</dc:creator>
  <cp:lastModifiedBy>Çapa Gastroenterohepatoloji</cp:lastModifiedBy>
  <cp:revision>1</cp:revision>
  <dcterms:created xsi:type="dcterms:W3CDTF">2026-09-28T10:27:34Z</dcterms:created>
  <dcterms:modified xsi:type="dcterms:W3CDTF">2026-09-28T10:27:34Z</dcterms:modified>
</cp:coreProperties>
</file>